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62" r:id="rId5"/>
    <p:sldId id="367" r:id="rId6"/>
    <p:sldId id="348" r:id="rId7"/>
    <p:sldId id="350" r:id="rId8"/>
    <p:sldId id="337" r:id="rId9"/>
    <p:sldId id="363" r:id="rId10"/>
    <p:sldId id="364" r:id="rId11"/>
    <p:sldId id="365" r:id="rId12"/>
    <p:sldId id="375" r:id="rId13"/>
    <p:sldId id="366" r:id="rId14"/>
    <p:sldId id="359" r:id="rId15"/>
    <p:sldId id="351" r:id="rId16"/>
    <p:sldId id="361" r:id="rId17"/>
    <p:sldId id="353" r:id="rId18"/>
    <p:sldId id="354" r:id="rId19"/>
    <p:sldId id="355" r:id="rId20"/>
    <p:sldId id="376" r:id="rId21"/>
    <p:sldId id="357" r:id="rId22"/>
    <p:sldId id="358" r:id="rId23"/>
    <p:sldId id="369" r:id="rId24"/>
    <p:sldId id="368" r:id="rId25"/>
    <p:sldId id="370" r:id="rId26"/>
    <p:sldId id="371" r:id="rId27"/>
    <p:sldId id="372" r:id="rId28"/>
    <p:sldId id="373" r:id="rId29"/>
    <p:sldId id="34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5394" autoAdjust="0"/>
  </p:normalViewPr>
  <p:slideViewPr>
    <p:cSldViewPr snapToGrid="0">
      <p:cViewPr>
        <p:scale>
          <a:sx n="75" d="100"/>
          <a:sy n="75" d="100"/>
        </p:scale>
        <p:origin x="1114" y="125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4245" y="705465"/>
            <a:ext cx="5221224" cy="3056343"/>
          </a:xfrm>
        </p:spPr>
        <p:txBody>
          <a:bodyPr/>
          <a:lstStyle/>
          <a:p>
            <a:r>
              <a:rPr lang="en-US" dirty="0"/>
              <a:t>PWM/Timer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AD162-9322-CF1E-E4B3-139E969F6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857" y="353084"/>
            <a:ext cx="4057143" cy="7047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8EBE68-E9E6-0338-3912-F9EAED90B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092" y="66126"/>
            <a:ext cx="2609524" cy="1180952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A0B9FA6-598F-0500-FFFF-B2B85F1C6132}"/>
              </a:ext>
            </a:extLst>
          </p:cNvPr>
          <p:cNvSpPr txBox="1">
            <a:spLocks/>
          </p:cNvSpPr>
          <p:nvPr/>
        </p:nvSpPr>
        <p:spPr>
          <a:xfrm>
            <a:off x="5524245" y="3761808"/>
            <a:ext cx="5580586" cy="5643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Presented by : Digitrons Team</a:t>
            </a:r>
          </a:p>
        </p:txBody>
      </p:sp>
    </p:spTree>
    <p:extLst>
      <p:ext uri="{BB962C8B-B14F-4D97-AF65-F5344CB8AC3E}">
        <p14:creationId xmlns:p14="http://schemas.microsoft.com/office/powerpoint/2010/main" val="3802298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567814"/>
            <a:ext cx="8324089" cy="3794761"/>
          </a:xfrm>
        </p:spPr>
        <p:txBody>
          <a:bodyPr>
            <a:normAutofit/>
          </a:bodyPr>
          <a:lstStyle/>
          <a:p>
            <a:r>
              <a:rPr lang="en-ZA" dirty="0"/>
              <a:t>BLOCK DIAGRAM</a:t>
            </a:r>
          </a:p>
          <a:p>
            <a:r>
              <a:rPr lang="en-US" dirty="0"/>
              <a:t>Wishbone Slave Interface</a:t>
            </a:r>
          </a:p>
          <a:p>
            <a:r>
              <a:rPr lang="en-US" dirty="0"/>
              <a:t>Clock Divider</a:t>
            </a:r>
          </a:p>
          <a:p>
            <a:r>
              <a:rPr lang="en-US" dirty="0"/>
              <a:t>PWM</a:t>
            </a:r>
          </a:p>
          <a:p>
            <a:r>
              <a:rPr lang="en-US" dirty="0"/>
              <a:t>Timer</a:t>
            </a:r>
          </a:p>
          <a:p>
            <a:r>
              <a:rPr lang="en-US" dirty="0"/>
              <a:t>Simulation &amp; Result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71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A1456-A966-151B-829C-B9C10041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5C663-2D35-335D-295A-1DEF7E907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ZA" dirty="0"/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354372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22AFB-131D-CA10-DF52-00221BCB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A6E7D-8942-4102-0ED5-D38ABC00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146" y="159488"/>
            <a:ext cx="6189708" cy="841248"/>
          </a:xfrm>
        </p:spPr>
        <p:txBody>
          <a:bodyPr>
            <a:normAutofit fontScale="90000"/>
          </a:bodyPr>
          <a:lstStyle/>
          <a:p>
            <a:r>
              <a:rPr lang="en-US" dirty="0"/>
              <a:t>Top view of the design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E4DAAFB8-84BA-92E2-D143-7AAAA5419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610" y="1000736"/>
            <a:ext cx="7844779" cy="544397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0741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43" y="2572165"/>
            <a:ext cx="5784111" cy="1403498"/>
          </a:xfrm>
        </p:spPr>
        <p:txBody>
          <a:bodyPr/>
          <a:lstStyle/>
          <a:p>
            <a:pPr algn="ctr"/>
            <a:r>
              <a:rPr lang="en-US" dirty="0"/>
              <a:t>WISHBONE slave </a:t>
            </a:r>
            <a:br>
              <a:rPr lang="en-US" dirty="0"/>
            </a:br>
            <a:r>
              <a:rPr lang="en-US" dirty="0"/>
              <a:t>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020642-1C8F-EF55-3B6C-274262ED7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208" y="923776"/>
            <a:ext cx="5000449" cy="470027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1E5D0-6F81-8204-11E9-CE28837F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DDD4C-5327-4C23-B0AE-036A5358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WISHBONE slave interface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DC259D-FB52-77A0-E814-7086B24431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/>
          <a:p>
            <a:r>
              <a:rPr lang="en-US" dirty="0"/>
              <a:t>compliant with Wishbone B4</a:t>
            </a:r>
          </a:p>
          <a:p>
            <a:r>
              <a:rPr lang="en-US" dirty="0"/>
              <a:t>Synchronous Active High RST</a:t>
            </a:r>
          </a:p>
          <a:p>
            <a:r>
              <a:rPr lang="en-US" dirty="0"/>
              <a:t>Synchronous slave </a:t>
            </a:r>
          </a:p>
          <a:p>
            <a:r>
              <a:rPr lang="en-US" dirty="0"/>
              <a:t>Standard SINGLE READ / WRITE Cycles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DDA5D-4989-8B37-F547-425C59F7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30C205-C47E-B9E4-A0B0-E117DF47BDF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550863" y="885273"/>
            <a:ext cx="3649054" cy="4443811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609379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DD6B-9317-29D0-A9C8-D2343C40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B633F-90C4-3006-3769-53F61F60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WISHBONE slave interface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8361AE-4232-C189-BDB4-1C83F57E31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3064" y="1753869"/>
            <a:ext cx="6192838" cy="3651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Synchronous slave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AF484A-7D1F-CC02-4DDD-3546843A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3AD9E4-E202-CDEF-6894-C2534CD15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50" y="2234211"/>
            <a:ext cx="9859520" cy="2389578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4968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7A6C-2D33-4AF5-A1EE-57D88807F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D14-79D5-6250-378F-B9F5C6F66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62686"/>
            <a:ext cx="10405174" cy="1326514"/>
          </a:xfrm>
        </p:spPr>
        <p:txBody>
          <a:bodyPr/>
          <a:lstStyle/>
          <a:p>
            <a:r>
              <a:rPr lang="en-US" dirty="0"/>
              <a:t>WISHBONE slave interface</a:t>
            </a:r>
            <a:endParaRPr lang="en-ZA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2737844-CCF2-EE05-685E-E2A4207CA27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66452" y="2079525"/>
            <a:ext cx="5604881" cy="3486604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D535B0F-3CEB-5BD9-C5D6-EFE610BD57A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213184" y="2079525"/>
            <a:ext cx="5604881" cy="3486604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69764E-619C-1B56-AFF8-B6365350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56FFB6C2-9803-8CD3-31AD-0D4748E58C09}"/>
              </a:ext>
            </a:extLst>
          </p:cNvPr>
          <p:cNvSpPr txBox="1">
            <a:spLocks/>
          </p:cNvSpPr>
          <p:nvPr/>
        </p:nvSpPr>
        <p:spPr>
          <a:xfrm>
            <a:off x="2053086" y="5190045"/>
            <a:ext cx="2529938" cy="3760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SINGLE READ Cycle 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2CF53704-4990-DE44-2007-368C11CC6FBA}"/>
              </a:ext>
            </a:extLst>
          </p:cNvPr>
          <p:cNvSpPr txBox="1">
            <a:spLocks/>
          </p:cNvSpPr>
          <p:nvPr/>
        </p:nvSpPr>
        <p:spPr>
          <a:xfrm>
            <a:off x="7819706" y="5190045"/>
            <a:ext cx="2529938" cy="3760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SINGLE Write Cycle 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2649A7-D761-EB8E-AA1E-2590BFF43A5F}"/>
              </a:ext>
            </a:extLst>
          </p:cNvPr>
          <p:cNvSpPr txBox="1">
            <a:spLocks/>
          </p:cNvSpPr>
          <p:nvPr/>
        </p:nvSpPr>
        <p:spPr>
          <a:xfrm>
            <a:off x="893064" y="1556715"/>
            <a:ext cx="6192838" cy="3651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Standard Cycles </a:t>
            </a:r>
          </a:p>
        </p:txBody>
      </p:sp>
    </p:spTree>
    <p:extLst>
      <p:ext uri="{BB962C8B-B14F-4D97-AF65-F5344CB8AC3E}">
        <p14:creationId xmlns:p14="http://schemas.microsoft.com/office/powerpoint/2010/main" val="155572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5B366-ECF5-1426-6DDA-C30E7671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45211-78B5-099E-712C-5A4F353EE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35" y="415599"/>
            <a:ext cx="5279923" cy="917831"/>
          </a:xfrm>
        </p:spPr>
        <p:txBody>
          <a:bodyPr/>
          <a:lstStyle/>
          <a:p>
            <a:pPr algn="ctr"/>
            <a:r>
              <a:rPr lang="en-US" dirty="0"/>
              <a:t>Clock Divider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293DAEA-E65C-8688-FE6A-595FE58EAA51}"/>
              </a:ext>
            </a:extLst>
          </p:cNvPr>
          <p:cNvSpPr/>
          <p:nvPr/>
        </p:nvSpPr>
        <p:spPr>
          <a:xfrm>
            <a:off x="4557723" y="1768158"/>
            <a:ext cx="2741466" cy="3321683"/>
          </a:xfrm>
          <a:prstGeom prst="round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666CEF-54F1-106E-9817-B643DB4AD5B2}"/>
              </a:ext>
            </a:extLst>
          </p:cNvPr>
          <p:cNvCxnSpPr>
            <a:cxnSpLocks/>
          </p:cNvCxnSpPr>
          <p:nvPr/>
        </p:nvCxnSpPr>
        <p:spPr>
          <a:xfrm>
            <a:off x="3362768" y="2213495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4B9271-4A5C-1420-80A0-392C9823703E}"/>
              </a:ext>
            </a:extLst>
          </p:cNvPr>
          <p:cNvCxnSpPr>
            <a:cxnSpLocks/>
          </p:cNvCxnSpPr>
          <p:nvPr/>
        </p:nvCxnSpPr>
        <p:spPr>
          <a:xfrm>
            <a:off x="3362768" y="2893069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518E0ED-44EF-18E3-1944-BB8C76D2B836}"/>
              </a:ext>
            </a:extLst>
          </p:cNvPr>
          <p:cNvCxnSpPr>
            <a:cxnSpLocks/>
          </p:cNvCxnSpPr>
          <p:nvPr/>
        </p:nvCxnSpPr>
        <p:spPr>
          <a:xfrm>
            <a:off x="3362768" y="3492469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5B96D5-0FA2-670C-B3C1-6D59E6AC07A8}"/>
              </a:ext>
            </a:extLst>
          </p:cNvPr>
          <p:cNvCxnSpPr>
            <a:cxnSpLocks/>
          </p:cNvCxnSpPr>
          <p:nvPr/>
        </p:nvCxnSpPr>
        <p:spPr>
          <a:xfrm>
            <a:off x="7299183" y="3592542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605278-782B-530F-89E7-06A6C18122F2}"/>
              </a:ext>
            </a:extLst>
          </p:cNvPr>
          <p:cNvSpPr txBox="1"/>
          <p:nvPr/>
        </p:nvSpPr>
        <p:spPr>
          <a:xfrm>
            <a:off x="5091086" y="3028889"/>
            <a:ext cx="1674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Clk</a:t>
            </a:r>
            <a:r>
              <a:rPr lang="en-US" sz="2000" dirty="0"/>
              <a:t> Divider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2E7023-5234-313A-0440-A5260DD4DEDC}"/>
              </a:ext>
            </a:extLst>
          </p:cNvPr>
          <p:cNvSpPr txBox="1"/>
          <p:nvPr/>
        </p:nvSpPr>
        <p:spPr>
          <a:xfrm>
            <a:off x="1492288" y="3092359"/>
            <a:ext cx="1285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5B1039-DAE2-B0BC-B05A-306BE602554E}"/>
              </a:ext>
            </a:extLst>
          </p:cNvPr>
          <p:cNvSpPr txBox="1"/>
          <p:nvPr/>
        </p:nvSpPr>
        <p:spPr>
          <a:xfrm>
            <a:off x="8649095" y="3376389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Outputs</a:t>
            </a:r>
          </a:p>
          <a:p>
            <a:pPr algn="ctr"/>
            <a:r>
              <a:rPr lang="en-US" dirty="0"/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1BCFE0-F712-2A7A-CC49-24011909D182}"/>
              </a:ext>
            </a:extLst>
          </p:cNvPr>
          <p:cNvCxnSpPr>
            <a:cxnSpLocks/>
          </p:cNvCxnSpPr>
          <p:nvPr/>
        </p:nvCxnSpPr>
        <p:spPr>
          <a:xfrm>
            <a:off x="3362767" y="4223367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39C38B-B4D1-BD62-2686-076371EA939B}"/>
              </a:ext>
            </a:extLst>
          </p:cNvPr>
          <p:cNvSpPr txBox="1"/>
          <p:nvPr/>
        </p:nvSpPr>
        <p:spPr>
          <a:xfrm>
            <a:off x="7331637" y="3181688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Clk_out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3FC7D5-7DFA-769B-8AB6-1AE3F70EA261}"/>
              </a:ext>
            </a:extLst>
          </p:cNvPr>
          <p:cNvSpPr txBox="1"/>
          <p:nvPr/>
        </p:nvSpPr>
        <p:spPr>
          <a:xfrm>
            <a:off x="3186818" y="3791435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Clk_en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59723D-FB5B-8A81-1A87-7AEDC6D984E1}"/>
              </a:ext>
            </a:extLst>
          </p:cNvPr>
          <p:cNvSpPr txBox="1"/>
          <p:nvPr/>
        </p:nvSpPr>
        <p:spPr>
          <a:xfrm>
            <a:off x="3240262" y="3111861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Rst_n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B0BFF2-29ED-274E-1567-33D8D485B5B9}"/>
              </a:ext>
            </a:extLst>
          </p:cNvPr>
          <p:cNvSpPr txBox="1"/>
          <p:nvPr/>
        </p:nvSpPr>
        <p:spPr>
          <a:xfrm>
            <a:off x="3272713" y="2535357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Div_ratio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7B0B01-025E-6A91-913F-4894E7615F9D}"/>
              </a:ext>
            </a:extLst>
          </p:cNvPr>
          <p:cNvSpPr txBox="1"/>
          <p:nvPr/>
        </p:nvSpPr>
        <p:spPr>
          <a:xfrm>
            <a:off x="3325542" y="1872404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Clk_ref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73A23AF-8EC9-3B44-2538-950BFEF29F17}"/>
              </a:ext>
            </a:extLst>
          </p:cNvPr>
          <p:cNvSpPr txBox="1">
            <a:spLocks/>
          </p:cNvSpPr>
          <p:nvPr/>
        </p:nvSpPr>
        <p:spPr>
          <a:xfrm>
            <a:off x="911352" y="6246622"/>
            <a:ext cx="267004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b="1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6311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E37D3-33CE-ABEE-D6BD-F5BAD062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68E3-0320-9F7D-C6E5-2DCD40B5E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5858" cy="882388"/>
          </a:xfrm>
        </p:spPr>
        <p:txBody>
          <a:bodyPr/>
          <a:lstStyle/>
          <a:p>
            <a:r>
              <a:rPr lang="en-US" dirty="0"/>
              <a:t>CLOCK divider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250D43-3D99-02FF-E711-F2C597A22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961" y="1029161"/>
            <a:ext cx="6666414" cy="4680843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DFA261E-9AD8-0404-BD4C-1AC5737FE720}"/>
              </a:ext>
            </a:extLst>
          </p:cNvPr>
          <p:cNvSpPr txBox="1">
            <a:spLocks/>
          </p:cNvSpPr>
          <p:nvPr/>
        </p:nvSpPr>
        <p:spPr>
          <a:xfrm>
            <a:off x="911352" y="6276118"/>
            <a:ext cx="267004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92231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0D650-6B69-F6D3-5F63-9E3FD6AEE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AF44-AD80-9372-F819-317C6E21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/>
          <a:lstStyle/>
          <a:p>
            <a:r>
              <a:rPr lang="en-US" dirty="0"/>
              <a:t>Multi-Channel PWM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0E24CA-D8B0-6F11-0D3C-012E0C85F55D}"/>
              </a:ext>
            </a:extLst>
          </p:cNvPr>
          <p:cNvSpPr txBox="1">
            <a:spLocks/>
          </p:cNvSpPr>
          <p:nvPr/>
        </p:nvSpPr>
        <p:spPr>
          <a:xfrm>
            <a:off x="911352" y="6256454"/>
            <a:ext cx="267004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b="1" smtClean="0"/>
              <a:pPr/>
              <a:t>11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9769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36DBE-1E06-8402-4E1C-BD06DBA2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8AE65-58A1-CED5-818A-FB9330EF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44" y="287074"/>
            <a:ext cx="4491990" cy="63670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PWM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FF40E-36E0-8305-AECE-9AB5C99FC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302" y="1683450"/>
            <a:ext cx="7419396" cy="267224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FF3731-F277-FFC2-F15E-D8765F2A4D5E}"/>
              </a:ext>
            </a:extLst>
          </p:cNvPr>
          <p:cNvSpPr txBox="1">
            <a:spLocks/>
          </p:cNvSpPr>
          <p:nvPr/>
        </p:nvSpPr>
        <p:spPr>
          <a:xfrm>
            <a:off x="911352" y="6256454"/>
            <a:ext cx="267004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b="1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54687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9085-6DC8-E924-B315-F18FF8726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E6CD-4DD1-3B1D-F20B-4ED1CEAB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21" y="246253"/>
            <a:ext cx="6172200" cy="914892"/>
          </a:xfrm>
        </p:spPr>
        <p:txBody>
          <a:bodyPr/>
          <a:lstStyle/>
          <a:p>
            <a:r>
              <a:rPr lang="en-US" dirty="0"/>
              <a:t>Multi-Channel PWM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71333-0177-4985-6263-1D5698211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9A6DE-E59C-F7C7-7AD5-0BC37FC2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788" y="1209716"/>
            <a:ext cx="6881456" cy="4968671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95193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F2EF0-3062-1042-E92C-AEEB9DA0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B121-D6F2-8F77-6987-D7D9D473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474886"/>
            <a:ext cx="10405174" cy="569692"/>
          </a:xfrm>
        </p:spPr>
        <p:txBody>
          <a:bodyPr/>
          <a:lstStyle/>
          <a:p>
            <a:r>
              <a:rPr lang="en-US" dirty="0"/>
              <a:t>When Duty cycle &gt; period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E47CD-7FB7-E3B1-B2B9-C0FAD5113D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990" y="1640928"/>
            <a:ext cx="4861205" cy="439916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To handle this error, we first clipped the value of </a:t>
            </a:r>
            <a:r>
              <a:rPr lang="en-US" dirty="0" err="1"/>
              <a:t>DC_reg</a:t>
            </a:r>
            <a:r>
              <a:rPr lang="en-US" dirty="0"/>
              <a:t> to Period register.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Checked if the </a:t>
            </a:r>
            <a:r>
              <a:rPr lang="en-US" dirty="0" err="1"/>
              <a:t>DC_reg</a:t>
            </a:r>
            <a:r>
              <a:rPr lang="en-US" dirty="0"/>
              <a:t> is maximum value, modify condition to be 100% set.</a:t>
            </a:r>
            <a:endParaRPr lang="ar-EG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Running the counter till it equals the value and generate the full cycle 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11A298-F2F6-DD31-C312-B462AAC0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160A29-E4E2-69A9-F68B-DC753A659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2" y="1800417"/>
            <a:ext cx="5928645" cy="1532283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38B606-92ED-D512-0621-205972D0D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2" y="3674958"/>
            <a:ext cx="5928645" cy="136668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219814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7B69-B601-BB7E-3943-D628D09C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BB226D-BB26-D0BC-D815-5256B049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121" y="297712"/>
            <a:ext cx="7191189" cy="64411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Simulation before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9D6F7D-A1DA-301F-F662-6F9CC8366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95" y="1158687"/>
            <a:ext cx="9930810" cy="4847357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D16464F-13AF-540F-11CB-AEC514AF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245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F0DA-F67D-AC56-0728-53E5B27AE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E5B00D-363B-C0AC-2A93-8B627A2E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121" y="297712"/>
            <a:ext cx="7191189" cy="64411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Simulation After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A5B069-208F-7CF9-99A6-EAB7699AF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84" y="1318177"/>
            <a:ext cx="9965431" cy="524211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2AE047B-5791-E2B9-9380-349DB279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8733" y="6377725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624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EF02-BA92-6717-3270-A5388596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8CC5-D727-96B7-6061-4BC4631A5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64706" y="88100"/>
            <a:ext cx="5279923" cy="917831"/>
          </a:xfrm>
        </p:spPr>
        <p:txBody>
          <a:bodyPr/>
          <a:lstStyle/>
          <a:p>
            <a:pPr algn="ctr"/>
            <a:r>
              <a:rPr lang="en-US" dirty="0"/>
              <a:t>Timer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ABCF33-1313-0DB6-5321-1DA431BB3163}"/>
              </a:ext>
            </a:extLst>
          </p:cNvPr>
          <p:cNvSpPr/>
          <p:nvPr/>
        </p:nvSpPr>
        <p:spPr>
          <a:xfrm>
            <a:off x="4557723" y="1768158"/>
            <a:ext cx="2741466" cy="3321683"/>
          </a:xfrm>
          <a:prstGeom prst="round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8161A58-5EB7-311B-F00C-5B6DBF216456}"/>
              </a:ext>
            </a:extLst>
          </p:cNvPr>
          <p:cNvCxnSpPr>
            <a:cxnSpLocks/>
          </p:cNvCxnSpPr>
          <p:nvPr/>
        </p:nvCxnSpPr>
        <p:spPr>
          <a:xfrm>
            <a:off x="3362768" y="2213495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B87404-6E0E-647C-15AF-17F10DCF220F}"/>
              </a:ext>
            </a:extLst>
          </p:cNvPr>
          <p:cNvCxnSpPr>
            <a:cxnSpLocks/>
          </p:cNvCxnSpPr>
          <p:nvPr/>
        </p:nvCxnSpPr>
        <p:spPr>
          <a:xfrm>
            <a:off x="3362768" y="2893069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A4AE42-142E-6CF9-20D2-F52CDD0ED620}"/>
              </a:ext>
            </a:extLst>
          </p:cNvPr>
          <p:cNvCxnSpPr>
            <a:cxnSpLocks/>
          </p:cNvCxnSpPr>
          <p:nvPr/>
        </p:nvCxnSpPr>
        <p:spPr>
          <a:xfrm>
            <a:off x="3362768" y="3492469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4F04F2-06E9-8E2C-7C6F-D3C151C42680}"/>
              </a:ext>
            </a:extLst>
          </p:cNvPr>
          <p:cNvCxnSpPr>
            <a:cxnSpLocks/>
          </p:cNvCxnSpPr>
          <p:nvPr/>
        </p:nvCxnSpPr>
        <p:spPr>
          <a:xfrm>
            <a:off x="7299183" y="3592542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5CDAF3-29A9-C376-0A0E-910ADD625283}"/>
              </a:ext>
            </a:extLst>
          </p:cNvPr>
          <p:cNvSpPr txBox="1"/>
          <p:nvPr/>
        </p:nvSpPr>
        <p:spPr>
          <a:xfrm>
            <a:off x="5091086" y="3028889"/>
            <a:ext cx="1674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Timer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862AD4-C70E-D430-0EC4-71FF2A9D1877}"/>
              </a:ext>
            </a:extLst>
          </p:cNvPr>
          <p:cNvSpPr txBox="1"/>
          <p:nvPr/>
        </p:nvSpPr>
        <p:spPr>
          <a:xfrm>
            <a:off x="1492288" y="3092359"/>
            <a:ext cx="1285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A49A1B-7622-C570-E2F3-3E198EB4F706}"/>
              </a:ext>
            </a:extLst>
          </p:cNvPr>
          <p:cNvSpPr txBox="1"/>
          <p:nvPr/>
        </p:nvSpPr>
        <p:spPr>
          <a:xfrm>
            <a:off x="8649095" y="3376389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Outputs</a:t>
            </a:r>
          </a:p>
          <a:p>
            <a:pPr algn="ctr"/>
            <a:r>
              <a:rPr lang="en-US" dirty="0"/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8CCEA5-5A13-64E3-FF43-AEF9578C51AD}"/>
              </a:ext>
            </a:extLst>
          </p:cNvPr>
          <p:cNvCxnSpPr>
            <a:cxnSpLocks/>
          </p:cNvCxnSpPr>
          <p:nvPr/>
        </p:nvCxnSpPr>
        <p:spPr>
          <a:xfrm>
            <a:off x="3362767" y="4223367"/>
            <a:ext cx="119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1D59E77-D7E1-500F-B7E1-5CBCBB374350}"/>
              </a:ext>
            </a:extLst>
          </p:cNvPr>
          <p:cNvSpPr txBox="1"/>
          <p:nvPr/>
        </p:nvSpPr>
        <p:spPr>
          <a:xfrm>
            <a:off x="7331637" y="3181688"/>
            <a:ext cx="1409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o_mc_pwm</a:t>
            </a:r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20DA1-3F2A-1608-0C78-9AAFC1C33E60}"/>
              </a:ext>
            </a:extLst>
          </p:cNvPr>
          <p:cNvSpPr txBox="1"/>
          <p:nvPr/>
        </p:nvSpPr>
        <p:spPr>
          <a:xfrm>
            <a:off x="3186818" y="3791435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Clk_en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17767-C25B-BF76-DBDB-910C267C47A1}"/>
              </a:ext>
            </a:extLst>
          </p:cNvPr>
          <p:cNvSpPr txBox="1"/>
          <p:nvPr/>
        </p:nvSpPr>
        <p:spPr>
          <a:xfrm>
            <a:off x="3240262" y="3111861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Rst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5BE04-919F-70F0-869A-902666A5C6BA}"/>
              </a:ext>
            </a:extLst>
          </p:cNvPr>
          <p:cNvSpPr txBox="1"/>
          <p:nvPr/>
        </p:nvSpPr>
        <p:spPr>
          <a:xfrm>
            <a:off x="3272713" y="2535357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29D3E1-5726-05A9-A902-06B474141DC0}"/>
              </a:ext>
            </a:extLst>
          </p:cNvPr>
          <p:cNvSpPr txBox="1"/>
          <p:nvPr/>
        </p:nvSpPr>
        <p:spPr>
          <a:xfrm>
            <a:off x="3325542" y="1872404"/>
            <a:ext cx="128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Mode_sel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6208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8B829-FDBB-E965-75CB-9D6B4810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1DA-603F-74D8-D7FF-9A320C6CF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/>
          <a:lstStyle/>
          <a:p>
            <a:r>
              <a:rPr lang="en-US" dirty="0"/>
              <a:t>Multi-Clock Domains</a:t>
            </a:r>
          </a:p>
        </p:txBody>
      </p:sp>
    </p:spTree>
    <p:extLst>
      <p:ext uri="{BB962C8B-B14F-4D97-AF65-F5344CB8AC3E}">
        <p14:creationId xmlns:p14="http://schemas.microsoft.com/office/powerpoint/2010/main" val="1408686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8CF9A-6021-523B-F00C-9F3305CC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6AB8-B0F7-9DA7-E6E0-EDCF134A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21" y="246253"/>
            <a:ext cx="6172200" cy="914892"/>
          </a:xfrm>
        </p:spPr>
        <p:txBody>
          <a:bodyPr/>
          <a:lstStyle/>
          <a:p>
            <a:r>
              <a:rPr lang="en-US" dirty="0"/>
              <a:t>2-FF Synchronizer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3D160-B295-ED6B-92B2-86CCA422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ECF843-C4E6-AB21-C6F4-8F682059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440" y="1624369"/>
            <a:ext cx="3177815" cy="38255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B1DA6F-F845-9AD2-FCC3-18F391553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934" y="2118469"/>
            <a:ext cx="6399998" cy="2777996"/>
          </a:xfrm>
          <a:prstGeom prst="rect">
            <a:avLst/>
          </a:prstGeom>
        </p:spPr>
      </p:pic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3C251776-4814-7044-0D6F-F613ADB5A06B}"/>
              </a:ext>
            </a:extLst>
          </p:cNvPr>
          <p:cNvSpPr txBox="1">
            <a:spLocks/>
          </p:cNvSpPr>
          <p:nvPr/>
        </p:nvSpPr>
        <p:spPr>
          <a:xfrm>
            <a:off x="6585757" y="4097975"/>
            <a:ext cx="2529938" cy="3760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Synchronizer</a:t>
            </a:r>
          </a:p>
        </p:txBody>
      </p:sp>
    </p:spTree>
    <p:extLst>
      <p:ext uri="{BB962C8B-B14F-4D97-AF65-F5344CB8AC3E}">
        <p14:creationId xmlns:p14="http://schemas.microsoft.com/office/powerpoint/2010/main" val="2076680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D4E2-7D72-E05A-4320-FE411311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301D-E7E4-A4F7-C214-4B669DDF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Simulation &amp; Result</a:t>
            </a:r>
          </a:p>
        </p:txBody>
      </p:sp>
    </p:spTree>
    <p:extLst>
      <p:ext uri="{BB962C8B-B14F-4D97-AF65-F5344CB8AC3E}">
        <p14:creationId xmlns:p14="http://schemas.microsoft.com/office/powerpoint/2010/main" val="3301979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C5DD-6B55-DF45-4C6B-6B767B71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4017" y="172181"/>
            <a:ext cx="5337615" cy="569692"/>
          </a:xfrm>
        </p:spPr>
        <p:txBody>
          <a:bodyPr/>
          <a:lstStyle/>
          <a:p>
            <a:pPr algn="ctr"/>
            <a:r>
              <a:rPr lang="en-US" dirty="0"/>
              <a:t>Verification Plan</a:t>
            </a:r>
            <a:endParaRPr lang="en-ZA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C2599C7C-299A-2029-2887-5047F4D4A16F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984788" y="835689"/>
          <a:ext cx="10295860" cy="577605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29937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71966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84626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1075007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Stimulus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 Requirement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75007">
                <a:tc>
                  <a:txBody>
                    <a:bodyPr/>
                    <a:lstStyle/>
                    <a:p>
                      <a:r>
                        <a:rPr lang="en-US" dirty="0"/>
                        <a:t>PWM, Testing 50%, 25%,</a:t>
                      </a:r>
                    </a:p>
                    <a:p>
                      <a:r>
                        <a:rPr lang="en-US" dirty="0"/>
                        <a:t>Corner case (DC &gt; Period), </a:t>
                      </a:r>
                    </a:p>
                    <a:p>
                      <a:r>
                        <a:rPr lang="en-US" dirty="0"/>
                        <a:t>Four Channels.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Directed, at the start of simulation.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Can change Duty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Glitch free, all high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Multiple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93410">
                <a:tc>
                  <a:txBody>
                    <a:bodyPr/>
                    <a:lstStyle/>
                    <a:p>
                      <a:r>
                        <a:rPr lang="en-US" dirty="0"/>
                        <a:t>Timer and Main counter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Directed, at the middle of simulation.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One-shot timer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Interrupt clear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Continuous timer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161433">
                <a:tc>
                  <a:txBody>
                    <a:bodyPr/>
                    <a:lstStyle/>
                    <a:p>
                      <a:r>
                        <a:rPr lang="en-US" dirty="0"/>
                        <a:t>Clock Divider (down clocking)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Directed, at the middle of simulation.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Increasing the period by factor of 2 and 10.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Even and Odd duty cycles.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761462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Wishbone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Directed, at the middle of simulation.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Reading and Writing in the registers.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61462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Timer with external clock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Directed, at the end of simulation.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Same specs with external clock.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49FABB-E5A7-5275-61DB-17B427E9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6561" y="6429184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039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294C-2735-C850-0AD2-44D6CB55A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D0099-265E-EC9F-1C73-6E36B19F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81" y="501423"/>
            <a:ext cx="9647117" cy="514129"/>
          </a:xfrm>
        </p:spPr>
        <p:txBody>
          <a:bodyPr/>
          <a:lstStyle/>
          <a:p>
            <a:r>
              <a:rPr lang="en-US" dirty="0"/>
              <a:t>Simulation of 4-channel PWM output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589C5B-C85B-67EB-1BAA-4AAB067D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48C44E-1A7C-AC70-4A4A-E9DD1CA1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" y="1236674"/>
            <a:ext cx="11581638" cy="4053574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333891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405A-7A27-184E-3AE1-0161D7DD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9E58-0DBB-93EA-36E3-3ED30D9B7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81" y="501423"/>
            <a:ext cx="9647117" cy="514129"/>
          </a:xfrm>
        </p:spPr>
        <p:txBody>
          <a:bodyPr/>
          <a:lstStyle/>
          <a:p>
            <a:r>
              <a:rPr lang="en-US" dirty="0"/>
              <a:t>Timer Sim One shot with interrupt clear 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6AEEC-8405-A7A9-DD9C-58E5002E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2935C8-9E2A-E9D0-DBA8-4573A22BD8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2665" y="1266171"/>
            <a:ext cx="11542690" cy="4053574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536936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6166E-1E40-2114-EC64-23EB4F62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3A512-13F0-47FA-C32B-105E3E97D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81" y="501423"/>
            <a:ext cx="9647117" cy="514129"/>
          </a:xfrm>
        </p:spPr>
        <p:txBody>
          <a:bodyPr/>
          <a:lstStyle/>
          <a:p>
            <a:r>
              <a:rPr lang="en-US" dirty="0"/>
              <a:t>Simulation of </a:t>
            </a:r>
            <a:r>
              <a:rPr lang="pt-BR" dirty="0"/>
              <a:t>Divissor_Sim divsor = 2 and 10 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20A19-CB62-1228-114F-4FA1BE890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42DD2-819E-E5AF-06DA-DBA49FB028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478" y="1236674"/>
            <a:ext cx="11779044" cy="4053574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152477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54EE-99CB-F1F8-9EE6-A2D2C1AB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33A36-1BAE-E310-5C34-AA99BC94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81" y="501423"/>
            <a:ext cx="9647117" cy="514129"/>
          </a:xfrm>
        </p:spPr>
        <p:txBody>
          <a:bodyPr/>
          <a:lstStyle/>
          <a:p>
            <a:r>
              <a:rPr lang="en-US" dirty="0"/>
              <a:t>Simulation of Wishbone interface, read write 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34EDBE-BBBB-1C2F-8E18-97C9F231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5A333D-3299-E026-73AD-913EF4935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5639" y="1236674"/>
            <a:ext cx="11680722" cy="4053574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056721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648" y="2369169"/>
            <a:ext cx="5775656" cy="663976"/>
          </a:xfrm>
        </p:spPr>
        <p:txBody>
          <a:bodyPr/>
          <a:lstStyle/>
          <a:p>
            <a:pPr algn="ctr"/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0953" y="3033145"/>
            <a:ext cx="4575047" cy="395855"/>
          </a:xfrm>
        </p:spPr>
        <p:txBody>
          <a:bodyPr>
            <a:normAutofit fontScale="92500"/>
          </a:bodyPr>
          <a:lstStyle/>
          <a:p>
            <a:pPr algn="ctr"/>
            <a:r>
              <a:rPr lang="en-US" b="1" dirty="0"/>
              <a:t>Digitrons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Architecture pitch deck</Template>
  <TotalTime>329</TotalTime>
  <Words>369</Words>
  <Application>Microsoft Office PowerPoint</Application>
  <PresentationFormat>Widescreen</PresentationFormat>
  <Paragraphs>117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Avenir Next LT Pro Light</vt:lpstr>
      <vt:lpstr>Calibri</vt:lpstr>
      <vt:lpstr>Posterama</vt:lpstr>
      <vt:lpstr>Wingdings</vt:lpstr>
      <vt:lpstr>Custom</vt:lpstr>
      <vt:lpstr>PWM/Timer Module</vt:lpstr>
      <vt:lpstr>Agenda </vt:lpstr>
      <vt:lpstr>BLOCK DIAGRAM</vt:lpstr>
      <vt:lpstr>Top view of the design</vt:lpstr>
      <vt:lpstr>WISHBONE slave  interface</vt:lpstr>
      <vt:lpstr>WISHBONE slave interface</vt:lpstr>
      <vt:lpstr>WISHBONE slave interface</vt:lpstr>
      <vt:lpstr>WISHBONE slave interface</vt:lpstr>
      <vt:lpstr>Clock Divider</vt:lpstr>
      <vt:lpstr>CLOCK divider</vt:lpstr>
      <vt:lpstr>Multi-Channel PWM</vt:lpstr>
      <vt:lpstr>PWM</vt:lpstr>
      <vt:lpstr>Multi-Channel PWM</vt:lpstr>
      <vt:lpstr>When Duty cycle &gt; period</vt:lpstr>
      <vt:lpstr>Simulation before</vt:lpstr>
      <vt:lpstr>Simulation After</vt:lpstr>
      <vt:lpstr>Timer</vt:lpstr>
      <vt:lpstr>Multi-Clock Domains</vt:lpstr>
      <vt:lpstr>2-FF Synchronizer</vt:lpstr>
      <vt:lpstr>Simulation &amp; Result</vt:lpstr>
      <vt:lpstr>Verification Plan</vt:lpstr>
      <vt:lpstr>Simulation of 4-channel PWM output</vt:lpstr>
      <vt:lpstr>Timer Sim One shot with interrupt clear </vt:lpstr>
      <vt:lpstr>Simulation of Divissor_Sim divsor = 2 and 10 </vt:lpstr>
      <vt:lpstr>Simulation of Wishbone interface, read write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احمد ابراهيم حسن ابراهيم</dc:creator>
  <cp:lastModifiedBy>احمد ابراهيم حسن ابراهيم</cp:lastModifiedBy>
  <cp:revision>22</cp:revision>
  <dcterms:created xsi:type="dcterms:W3CDTF">2025-08-01T21:28:01Z</dcterms:created>
  <dcterms:modified xsi:type="dcterms:W3CDTF">2025-08-03T00:39:39Z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